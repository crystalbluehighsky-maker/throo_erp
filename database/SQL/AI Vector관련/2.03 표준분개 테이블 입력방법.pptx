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360AE-C2FF-DF9E-AD06-22DA8BCFC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965A46-67CA-FE4F-1E62-5B7E3BF1E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586A45-B3DB-F0CC-8C18-D30ACF7C3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34C7A-99CF-4830-A88A-9E7C0892253D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04950C-CD95-CEE5-DF0F-4A4373C70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2C6549-7E03-09FE-E918-071F0E99B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AA93-EB26-4114-A513-8E8D64B9C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053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987B62-56DE-3863-5033-E28E31319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4676D1-B1FA-5D31-CC34-F01B0D732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FB5786-6822-DEC8-1070-109EF5152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34C7A-99CF-4830-A88A-9E7C0892253D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04AA3B-85E4-22E8-EB55-8DA89B768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E2A6E-35A3-DC67-8D4C-1ED2F1DF2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AA93-EB26-4114-A513-8E8D64B9C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592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405724-0F50-73FE-393F-277D0BEA9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744E0E-5993-B174-E7F6-D92B8983F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FC0072-6AD7-31AC-8517-F5A00A209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34C7A-99CF-4830-A88A-9E7C0892253D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E20589-5AAC-361D-388E-1E0712EBA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F2198F-298C-0570-30C4-5F10B7987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AA93-EB26-4114-A513-8E8D64B9C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168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8C35B-C596-AE64-B3E5-7E2D1354A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941695-D521-A2F9-FDEF-F3F6F5DDE1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0A0F58-32D5-7A98-C751-586BFFFBA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4BCB8B-A82A-285B-C8CD-AD622A78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34C7A-99CF-4830-A88A-9E7C0892253D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8EEDF0-CEB9-71F5-E565-8C9E50D78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9316DC-5A24-DC0F-A957-62D816F9E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AA93-EB26-4114-A513-8E8D64B9C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264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C9727-B4BD-647F-1A00-331DD5D91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029EFF-A054-548F-0CB9-2DD6D5233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5CFFFE-4F56-9565-F2B5-FC804C41B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C57E864-DCD3-6BB3-0B4F-5A4D11E3B5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7ADF7F-19EB-3D8A-ECEF-C40F7A5838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235DD60-7799-F17F-909A-3B952620E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34C7A-99CF-4830-A88A-9E7C0892253D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495A7C5-53F0-AFAF-81C6-E3822C9DF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78630AB-A345-34CF-2040-6849D70D6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AA93-EB26-4114-A513-8E8D64B9C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105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0FF38-17E4-CF58-DFCE-AB4279506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CD4304A-E5E1-36A2-DCAF-31D5C39DC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34C7A-99CF-4830-A88A-9E7C0892253D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C464A8-57CD-D6E1-0F00-41F25BD9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B9D093-7390-96FF-2D9E-17E59FB3A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AA93-EB26-4114-A513-8E8D64B9C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432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89ABC6E-CFE5-9023-71AC-7139F8A07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34C7A-99CF-4830-A88A-9E7C0892253D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4B5DD9-9F4B-737D-FC9D-885753899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941032-FADD-9C8D-2D6C-D5D2F16E9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AA93-EB26-4114-A513-8E8D64B9C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452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4AE04F-E06C-C9C0-E213-1703862A6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C85B96-96F5-E59A-0F03-DEA59ABAF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C1D9F4-7705-BB45-1B7C-74F5EC890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8E850D-8798-1877-9240-61E4241FD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34C7A-99CF-4830-A88A-9E7C0892253D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ACC5F4-F2B9-FAC0-0CCA-F70F803C3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DAFEFE-F8A6-EC5A-DD91-FB8F6108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AA93-EB26-4114-A513-8E8D64B9C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636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19564-0811-AB2C-6CBB-B85EAB38D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421E227-4228-7938-E2DC-FBC57A4CB4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31DB64-BC61-D070-03B2-4E677361A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75565E-86F4-069D-E7BF-219B8433F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34C7A-99CF-4830-A88A-9E7C0892253D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3BEA35-41C6-A9BE-3D01-269F9F6A9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AF883D-0324-D9A5-39FC-43FE751EE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AA93-EB26-4114-A513-8E8D64B9C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95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6202CB-2FF0-2509-0A02-08DE9AF56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167ABD-8FCF-7EEA-59D2-3866FC9BB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8E79EB-3BF5-D769-5C15-004EE0DBF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34C7A-99CF-4830-A88A-9E7C0892253D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530FD-5C87-69BB-30C3-3BAA52044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DF3D4A-0364-7F6B-122D-18C84002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AA93-EB26-4114-A513-8E8D64B9C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423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BCAEA83-64E1-F936-3B93-1E50BA172F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1D9E21-C3F9-F150-89E5-237449A46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57BE34-26CF-51BE-282F-A5DFDF541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34C7A-99CF-4830-A88A-9E7C0892253D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D03E64-5364-AC0A-6F24-C41A23856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551A2B-99D3-C1F0-F546-8FC6B50BA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AA93-EB26-4114-A513-8E8D64B9C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276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2235732-A53F-425F-3876-DC2BA56A1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57CF60-B4F2-6331-F7DC-FC8A65D61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996B-5CAB-CE0E-71CE-88F7A37075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234C7A-99CF-4830-A88A-9E7C0892253D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08039F-7566-BD7C-D4FD-31BC51CFDA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094E70-4AB1-BE16-659C-F1459C1E43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AAA93-EB26-4114-A513-8E8D64B9CB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6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EA1902-E1C7-5F6D-BD92-CDEDC1832884}"/>
              </a:ext>
            </a:extLst>
          </p:cNvPr>
          <p:cNvSpPr txBox="1"/>
          <p:nvPr/>
        </p:nvSpPr>
        <p:spPr>
          <a:xfrm>
            <a:off x="373812" y="253041"/>
            <a:ext cx="47731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필요한 </a:t>
            </a:r>
            <a:r>
              <a:rPr lang="en-US" altLang="ko-KR" dirty="0"/>
              <a:t>Library</a:t>
            </a:r>
            <a:r>
              <a:rPr lang="ko-KR" altLang="en-US" dirty="0"/>
              <a:t>설치 </a:t>
            </a:r>
            <a:endParaRPr lang="en-US" altLang="ko-KR" dirty="0"/>
          </a:p>
          <a:p>
            <a:r>
              <a:rPr lang="en-US" altLang="ko-KR" dirty="0"/>
              <a:t>pip install </a:t>
            </a:r>
            <a:r>
              <a:rPr lang="en-US" altLang="ko-KR" dirty="0" err="1"/>
              <a:t>fastapi</a:t>
            </a:r>
            <a:r>
              <a:rPr lang="en-US" altLang="ko-KR" dirty="0"/>
              <a:t> </a:t>
            </a:r>
            <a:r>
              <a:rPr lang="en-US" altLang="ko-KR" dirty="0" err="1"/>
              <a:t>uvicorn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터미널에서 서버실행 </a:t>
            </a:r>
            <a:r>
              <a:rPr lang="en-US" altLang="ko-KR" dirty="0"/>
              <a:t>python std_loader.py</a:t>
            </a:r>
            <a:endParaRPr lang="ko-KR" altLang="en-US" dirty="0"/>
          </a:p>
        </p:txBody>
      </p:sp>
      <p:pic>
        <p:nvPicPr>
          <p:cNvPr id="6" name="그림 5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223016-6F3C-F9A3-E03C-8EBF5E653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69" y="1453370"/>
            <a:ext cx="6747792" cy="2743439"/>
          </a:xfrm>
          <a:prstGeom prst="rect">
            <a:avLst/>
          </a:prstGeom>
        </p:spPr>
      </p:pic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8DB924-DE61-65F8-3A62-738A4632C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69" y="4352029"/>
            <a:ext cx="5249008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284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2CAFB-8F73-903B-BECA-04ECF9B36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0F4D6B-FE2D-80A8-8E19-B2B6C6FCF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73" y="483848"/>
            <a:ext cx="6188603" cy="49220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4C15EF-064D-6775-420C-769828915829}"/>
              </a:ext>
            </a:extLst>
          </p:cNvPr>
          <p:cNvSpPr txBox="1"/>
          <p:nvPr/>
        </p:nvSpPr>
        <p:spPr>
          <a:xfrm>
            <a:off x="155275" y="114515"/>
            <a:ext cx="2372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</a:t>
            </a:r>
            <a:r>
              <a:rPr lang="ko-KR" altLang="en-US" dirty="0"/>
              <a:t>웹에서 띄워서 작업</a:t>
            </a:r>
          </a:p>
        </p:txBody>
      </p:sp>
    </p:spTree>
    <p:extLst>
      <p:ext uri="{BB962C8B-B14F-4D97-AF65-F5344CB8AC3E}">
        <p14:creationId xmlns:p14="http://schemas.microsoft.com/office/powerpoint/2010/main" val="2881978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78435-7670-8646-A387-AADCCD12E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6AD719-E2D0-F486-67AA-8D8C39AA5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14" y="472847"/>
            <a:ext cx="7920899" cy="41363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7620CC-4F20-4FD0-192C-CC9513DE26EF}"/>
              </a:ext>
            </a:extLst>
          </p:cNvPr>
          <p:cNvSpPr txBox="1"/>
          <p:nvPr/>
        </p:nvSpPr>
        <p:spPr>
          <a:xfrm>
            <a:off x="153422" y="103515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 err="1"/>
              <a:t>표준분개</a:t>
            </a:r>
            <a:r>
              <a:rPr lang="ko-KR" altLang="en-US" dirty="0"/>
              <a:t> 입력</a:t>
            </a:r>
          </a:p>
        </p:txBody>
      </p:sp>
    </p:spTree>
    <p:extLst>
      <p:ext uri="{BB962C8B-B14F-4D97-AF65-F5344CB8AC3E}">
        <p14:creationId xmlns:p14="http://schemas.microsoft.com/office/powerpoint/2010/main" val="702305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</Words>
  <Application>Microsoft Office PowerPoint</Application>
  <PresentationFormat>와이드스크린</PresentationFormat>
  <Paragraphs>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4</cp:revision>
  <dcterms:created xsi:type="dcterms:W3CDTF">2026-02-26T17:14:11Z</dcterms:created>
  <dcterms:modified xsi:type="dcterms:W3CDTF">2026-02-26T17:23:52Z</dcterms:modified>
</cp:coreProperties>
</file>